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70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1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18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705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26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54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23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51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3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778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86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41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72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087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1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290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746505"/>
            <a:ext cx="6815669" cy="1737360"/>
          </a:xfrm>
        </p:spPr>
        <p:txBody>
          <a:bodyPr/>
          <a:lstStyle/>
          <a:p>
            <a:r>
              <a:rPr lang="en-US" sz="5000" b="1" dirty="0"/>
              <a:t>P</a:t>
            </a:r>
            <a:r>
              <a:rPr lang="en-US" sz="5000" b="1" dirty="0" smtClean="0"/>
              <a:t>lacement Preparation </a:t>
            </a:r>
            <a:r>
              <a:rPr lang="en-US" sz="5000" b="1" dirty="0"/>
              <a:t>A</a:t>
            </a:r>
            <a:r>
              <a:rPr lang="en-US" sz="5000" b="1" dirty="0" smtClean="0"/>
              <a:t>pp</a:t>
            </a:r>
            <a:endParaRPr lang="en-IN" sz="5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-Tech </a:t>
            </a:r>
            <a:r>
              <a:rPr lang="en-US" sz="2800" dirty="0"/>
              <a:t>G</a:t>
            </a:r>
            <a:r>
              <a:rPr lang="en-US" sz="2800" dirty="0" smtClean="0"/>
              <a:t>ita </a:t>
            </a:r>
            <a:r>
              <a:rPr lang="en-US" sz="2800" dirty="0"/>
              <a:t>W</a:t>
            </a:r>
            <a:r>
              <a:rPr lang="en-US" sz="2800" dirty="0" smtClean="0"/>
              <a:t>arriors</a:t>
            </a:r>
          </a:p>
        </p:txBody>
      </p:sp>
    </p:spTree>
    <p:extLst>
      <p:ext uri="{BB962C8B-B14F-4D97-AF65-F5344CB8AC3E}">
        <p14:creationId xmlns:p14="http://schemas.microsoft.com/office/powerpoint/2010/main" val="346050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697" y="685800"/>
            <a:ext cx="10131425" cy="1456267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Tech </a:t>
            </a:r>
            <a:r>
              <a:rPr lang="en-US" sz="4000" b="1" dirty="0"/>
              <a:t>G</a:t>
            </a:r>
            <a:r>
              <a:rPr lang="en-US" sz="4000" b="1" dirty="0" smtClean="0"/>
              <a:t>ita </a:t>
            </a:r>
            <a:r>
              <a:rPr lang="en-US" sz="4000" b="1" dirty="0"/>
              <a:t>W</a:t>
            </a:r>
            <a:r>
              <a:rPr lang="en-US" sz="4000" b="1" dirty="0" smtClean="0"/>
              <a:t>arriors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sz="3000" u="sng" dirty="0" smtClean="0"/>
              <a:t>Members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 smtClean="0"/>
              <a:t>Bhavya</a:t>
            </a:r>
            <a:r>
              <a:rPr lang="en-US" dirty="0"/>
              <a:t> </a:t>
            </a:r>
            <a:r>
              <a:rPr lang="en-US" dirty="0" err="1" smtClean="0"/>
              <a:t>gupta</a:t>
            </a:r>
            <a:r>
              <a:rPr lang="en-US" dirty="0" smtClean="0"/>
              <a:t> (team lead)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Nishika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Vikash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Rachit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78532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 smtClean="0"/>
              <a:t>Deviathon</a:t>
            </a:r>
            <a:endParaRPr lang="en-IN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Date</a:t>
            </a:r>
            <a:r>
              <a:rPr lang="en-IN" sz="2800" b="1" dirty="0" smtClean="0"/>
              <a:t>: 9-11oct</a:t>
            </a:r>
            <a:endParaRPr lang="en-US" sz="2800" b="1" dirty="0"/>
          </a:p>
          <a:p>
            <a:r>
              <a:rPr lang="en-US" sz="2800" b="1" dirty="0" err="1" smtClean="0"/>
              <a:t>Gla</a:t>
            </a:r>
            <a:r>
              <a:rPr lang="en-US" sz="2800" b="1" dirty="0" smtClean="0"/>
              <a:t> University </a:t>
            </a:r>
            <a:r>
              <a:rPr lang="en-US" sz="2800" b="1" dirty="0"/>
              <a:t>M</a:t>
            </a:r>
            <a:r>
              <a:rPr lang="en-US" sz="2800" b="1" dirty="0" smtClean="0"/>
              <a:t>athura</a:t>
            </a:r>
            <a:endParaRPr lang="en-IN" sz="2800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80" y="905256"/>
            <a:ext cx="3346704" cy="307238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175121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sz="4000" dirty="0" smtClean="0"/>
              <a:t>Hackathon </a:t>
            </a:r>
            <a:r>
              <a:rPr lang="en-IN" sz="4000" dirty="0"/>
              <a:t>P</a:t>
            </a:r>
            <a:r>
              <a:rPr lang="en-IN" sz="4000" dirty="0" smtClean="0"/>
              <a:t>roblem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231136"/>
            <a:ext cx="10131426" cy="2852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 develop a Placement Preparation App tailored for GLA University students to assist in preparing for campus placements </a:t>
            </a:r>
            <a:r>
              <a:rPr lang="en-US" sz="2400" dirty="0" smtClean="0"/>
              <a:t>effectively.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457680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Problem area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Lack of centralized preparation </a:t>
            </a:r>
            <a:r>
              <a:rPr lang="en-US" sz="2400" dirty="0" smtClean="0"/>
              <a:t>platform</a:t>
            </a:r>
          </a:p>
          <a:p>
            <a:r>
              <a:rPr lang="en-US" sz="2400" dirty="0" smtClean="0"/>
              <a:t>Difficulty </a:t>
            </a:r>
            <a:r>
              <a:rPr lang="en-US" sz="2400" dirty="0"/>
              <a:t>in tracking company-specific preparation </a:t>
            </a:r>
            <a:r>
              <a:rPr lang="en-US" sz="2400" dirty="0" smtClean="0"/>
              <a:t>material</a:t>
            </a:r>
          </a:p>
          <a:p>
            <a:r>
              <a:rPr lang="en-US" sz="2400" dirty="0"/>
              <a:t>M</a:t>
            </a:r>
            <a:r>
              <a:rPr lang="en-US" sz="2400" dirty="0" smtClean="0"/>
              <a:t>ock </a:t>
            </a:r>
            <a:r>
              <a:rPr lang="en-US" sz="2400" dirty="0"/>
              <a:t>test or real-time performance </a:t>
            </a:r>
            <a:r>
              <a:rPr lang="en-US" sz="2400" dirty="0" smtClean="0"/>
              <a:t>analysis</a:t>
            </a:r>
          </a:p>
          <a:p>
            <a:r>
              <a:rPr lang="en-US" sz="2400" dirty="0" smtClean="0"/>
              <a:t>Scattered </a:t>
            </a:r>
            <a:r>
              <a:rPr lang="en-US" sz="2400" dirty="0"/>
              <a:t>resources and inconsistent mentorship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8869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Create </a:t>
            </a:r>
            <a:r>
              <a:rPr lang="en-US" sz="2400" dirty="0"/>
              <a:t>a centralized hub for placement </a:t>
            </a:r>
            <a:r>
              <a:rPr lang="en-US" sz="2400" dirty="0" smtClean="0"/>
              <a:t>prep</a:t>
            </a:r>
          </a:p>
          <a:p>
            <a:r>
              <a:rPr lang="en-US" sz="2400" dirty="0" smtClean="0"/>
              <a:t>Offer </a:t>
            </a:r>
            <a:r>
              <a:rPr lang="en-US" sz="2400" dirty="0"/>
              <a:t>company-specific preparation </a:t>
            </a:r>
            <a:r>
              <a:rPr lang="en-US" sz="2400" dirty="0" smtClean="0"/>
              <a:t>modules</a:t>
            </a:r>
          </a:p>
          <a:p>
            <a:r>
              <a:rPr lang="en-US" sz="2400" dirty="0" smtClean="0"/>
              <a:t>Daily </a:t>
            </a:r>
            <a:r>
              <a:rPr lang="en-US" sz="2400" dirty="0"/>
              <a:t>quizzes and mock </a:t>
            </a:r>
            <a:r>
              <a:rPr lang="en-US" sz="2400" dirty="0" smtClean="0"/>
              <a:t>tests</a:t>
            </a:r>
          </a:p>
          <a:p>
            <a:r>
              <a:rPr lang="en-US" sz="2400" dirty="0" smtClean="0"/>
              <a:t>Track </a:t>
            </a:r>
            <a:r>
              <a:rPr lang="en-US" sz="2400" dirty="0"/>
              <a:t>progress and suggest </a:t>
            </a:r>
            <a:r>
              <a:rPr lang="en-US" sz="2400" dirty="0" smtClean="0"/>
              <a:t>improvements</a:t>
            </a:r>
          </a:p>
          <a:p>
            <a:r>
              <a:rPr lang="en-US" sz="2400" dirty="0" smtClean="0"/>
              <a:t>Community </a:t>
            </a:r>
            <a:r>
              <a:rPr lang="en-US" sz="2400" dirty="0"/>
              <a:t>support and mentor integration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5965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Project insights </a:t>
            </a:r>
            <a:endParaRPr lang="en-IN" sz="44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200" y="2296986"/>
            <a:ext cx="2919729" cy="3649662"/>
          </a:xfrm>
        </p:spPr>
      </p:pic>
      <p:sp>
        <p:nvSpPr>
          <p:cNvPr id="13" name="TextBox 12"/>
          <p:cNvSpPr txBox="1"/>
          <p:nvPr/>
        </p:nvSpPr>
        <p:spPr>
          <a:xfrm>
            <a:off x="758952" y="3438144"/>
            <a:ext cx="5440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   Login page (as admin/student)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en-US" sz="2400" dirty="0"/>
              <a:t>T</a:t>
            </a:r>
            <a:r>
              <a:rPr lang="en-US" sz="2400" dirty="0" smtClean="0"/>
              <a:t>rack selection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Placement oriented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Year selection</a:t>
            </a:r>
          </a:p>
        </p:txBody>
      </p:sp>
    </p:spTree>
    <p:extLst>
      <p:ext uri="{BB962C8B-B14F-4D97-AF65-F5344CB8AC3E}">
        <p14:creationId xmlns:p14="http://schemas.microsoft.com/office/powerpoint/2010/main" val="136767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Frontend:</a:t>
            </a:r>
            <a:r>
              <a:rPr lang="en-IN" sz="2400" dirty="0"/>
              <a:t> </a:t>
            </a:r>
            <a:r>
              <a:rPr lang="en-IN" sz="2400" dirty="0" smtClean="0"/>
              <a:t> </a:t>
            </a:r>
            <a:r>
              <a:rPr lang="en-IN" sz="2400" dirty="0"/>
              <a:t>HTML, CSS</a:t>
            </a:r>
            <a:r>
              <a:rPr lang="en-IN" sz="2400" dirty="0" smtClean="0"/>
              <a:t>, </a:t>
            </a:r>
            <a:r>
              <a:rPr lang="en-IN" sz="2400" dirty="0"/>
              <a:t>JavaScript</a:t>
            </a:r>
            <a:br>
              <a:rPr lang="en-IN" sz="2400" dirty="0"/>
            </a:br>
            <a:r>
              <a:rPr lang="en-IN" sz="2400" b="1" dirty="0"/>
              <a:t>Backend</a:t>
            </a:r>
            <a:r>
              <a:rPr lang="en-IN" sz="2400" b="1" dirty="0" smtClean="0"/>
              <a:t>:</a:t>
            </a:r>
            <a:r>
              <a:rPr lang="en-IN" sz="2400" dirty="0" smtClean="0"/>
              <a:t> </a:t>
            </a:r>
            <a:r>
              <a:rPr lang="en-IN" sz="2400" dirty="0"/>
              <a:t>Express.js</a:t>
            </a:r>
            <a:br>
              <a:rPr lang="en-IN" sz="2400" dirty="0"/>
            </a:br>
            <a:r>
              <a:rPr lang="en-IN" sz="2400" b="1" dirty="0"/>
              <a:t>Database:</a:t>
            </a:r>
            <a:r>
              <a:rPr lang="en-IN" sz="2400" dirty="0"/>
              <a:t> </a:t>
            </a:r>
            <a:r>
              <a:rPr lang="en-IN" sz="2400" dirty="0" smtClean="0"/>
              <a:t>My SQL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b="1" dirty="0" smtClean="0"/>
              <a:t>Deployment</a:t>
            </a:r>
            <a:r>
              <a:rPr lang="en-IN" sz="2400" b="1" dirty="0"/>
              <a:t>:</a:t>
            </a:r>
            <a:r>
              <a:rPr lang="en-IN" sz="2400" dirty="0"/>
              <a:t> </a:t>
            </a:r>
            <a:r>
              <a:rPr lang="en-IN" sz="2400" dirty="0" smtClean="0"/>
              <a:t> </a:t>
            </a:r>
            <a:r>
              <a:rPr lang="en-IN" sz="2400" dirty="0" err="1"/>
              <a:t>Vercel</a:t>
            </a:r>
            <a:r>
              <a:rPr lang="en-IN" sz="2400" dirty="0"/>
              <a:t> </a:t>
            </a:r>
            <a:r>
              <a:rPr lang="en-IN" sz="2400" dirty="0" smtClean="0"/>
              <a:t>(</a:t>
            </a:r>
            <a:r>
              <a:rPr lang="en-IN" sz="2400" dirty="0" err="1" smtClean="0"/>
              <a:t>github</a:t>
            </a:r>
            <a:r>
              <a:rPr lang="en-IN" sz="2400" dirty="0" smtClean="0"/>
              <a:t>)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241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087203"/>
            <a:ext cx="10131425" cy="3649133"/>
          </a:xfrm>
        </p:spPr>
        <p:txBody>
          <a:bodyPr/>
          <a:lstStyle/>
          <a:p>
            <a:r>
              <a:rPr lang="en-US" dirty="0"/>
              <a:t>Primary Audience: GLA University Students </a:t>
            </a:r>
            <a:r>
              <a:rPr lang="en-US" dirty="0" smtClean="0"/>
              <a:t>(1</a:t>
            </a:r>
            <a:r>
              <a:rPr lang="en-US" baseline="30000" dirty="0" smtClean="0"/>
              <a:t>st</a:t>
            </a:r>
            <a:r>
              <a:rPr lang="en-US" dirty="0" smtClean="0"/>
              <a:t>,2nd</a:t>
            </a:r>
            <a:r>
              <a:rPr lang="en-US" dirty="0"/>
              <a:t>, 3rd, and 4th year</a:t>
            </a:r>
            <a:r>
              <a:rPr lang="en-US" dirty="0" smtClean="0"/>
              <a:t>)</a:t>
            </a:r>
          </a:p>
          <a:p>
            <a:r>
              <a:rPr lang="en-US" dirty="0" smtClean="0"/>
              <a:t>Secondary </a:t>
            </a:r>
            <a:r>
              <a:rPr lang="en-US" dirty="0"/>
              <a:t>Audience: Placement Cell, Alumni, and </a:t>
            </a:r>
            <a:r>
              <a:rPr lang="en-US" dirty="0" smtClean="0"/>
              <a:t>Mentors</a:t>
            </a:r>
          </a:p>
        </p:txBody>
      </p:sp>
    </p:spTree>
    <p:extLst>
      <p:ext uri="{BB962C8B-B14F-4D97-AF65-F5344CB8AC3E}">
        <p14:creationId xmlns:p14="http://schemas.microsoft.com/office/powerpoint/2010/main" val="54995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Features</a:t>
            </a:r>
            <a:endParaRPr lang="en-IN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2400" dirty="0"/>
              <a:t>MCQ practice by topics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Interview preparation </a:t>
            </a:r>
            <a:r>
              <a:rPr lang="en-US" sz="2400" dirty="0" smtClean="0"/>
              <a:t>tips</a:t>
            </a:r>
            <a:endParaRPr lang="en-US" sz="2400" dirty="0"/>
          </a:p>
          <a:p>
            <a:r>
              <a:rPr lang="en-US" sz="2400" dirty="0" smtClean="0"/>
              <a:t> </a:t>
            </a:r>
            <a:r>
              <a:rPr lang="en-US" sz="2400" dirty="0"/>
              <a:t>Mock tests with analysis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Resume builder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Notifications for upcoming </a:t>
            </a:r>
            <a:r>
              <a:rPr lang="en-US" sz="2400" dirty="0" smtClean="0"/>
              <a:t>drives</a:t>
            </a:r>
          </a:p>
          <a:p>
            <a:r>
              <a:rPr lang="en-US" sz="2400" dirty="0" smtClean="0"/>
              <a:t>DSA companies top 100 Question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2564572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 smtClean="0"/>
              <a:t>Key Features</a:t>
            </a:r>
            <a:endParaRPr lang="en-IN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Aptitude Prep: Quants, Logical, Verbal with quizzes</a:t>
            </a:r>
          </a:p>
          <a:p>
            <a:r>
              <a:rPr lang="en-IN" dirty="0"/>
              <a:t>Coding Section: Topic-wise practice, compiler, company tags</a:t>
            </a:r>
          </a:p>
          <a:p>
            <a:r>
              <a:rPr lang="en-IN" dirty="0"/>
              <a:t>Interview Prep: HR and Tech question bank</a:t>
            </a:r>
          </a:p>
          <a:p>
            <a:r>
              <a:rPr lang="en-IN" dirty="0"/>
              <a:t>Mock Tests: Real-time test environment with timer</a:t>
            </a:r>
          </a:p>
          <a:p>
            <a:r>
              <a:rPr lang="en-IN" dirty="0"/>
              <a:t>Progress Tracker: </a:t>
            </a:r>
            <a:r>
              <a:rPr lang="en-IN" dirty="0" err="1"/>
              <a:t>Analyze</a:t>
            </a:r>
            <a:r>
              <a:rPr lang="en-IN" dirty="0"/>
              <a:t> performance over time</a:t>
            </a:r>
          </a:p>
          <a:p>
            <a:r>
              <a:rPr lang="en-IN" dirty="0"/>
              <a:t>Resume Builder: Templates, export to PDF</a:t>
            </a:r>
          </a:p>
          <a:p>
            <a:r>
              <a:rPr lang="en-IN" dirty="0"/>
              <a:t>Notifications: Placement alerts and updates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80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Conclusion/Thank you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Prep Mate </a:t>
            </a:r>
            <a:r>
              <a:rPr lang="en-US" sz="2400" dirty="0"/>
              <a:t>– Empowering GLA students for successful placements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Thank you!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76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592</TotalTime>
  <Words>257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Placement Preparation App</vt:lpstr>
      <vt:lpstr>Tech Gita Warriors</vt:lpstr>
      <vt:lpstr>Deviathon</vt:lpstr>
      <vt:lpstr> Hackathon Problem</vt:lpstr>
      <vt:lpstr>Problem area</vt:lpstr>
      <vt:lpstr>Objectives</vt:lpstr>
      <vt:lpstr>Project insights </vt:lpstr>
      <vt:lpstr>Tech Stack</vt:lpstr>
      <vt:lpstr>Target Users</vt:lpstr>
      <vt:lpstr>Features</vt:lpstr>
      <vt:lpstr>Key Features</vt:lpstr>
      <vt:lpstr>Conclusion/Thank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 preparation app</dc:title>
  <dc:creator>HL</dc:creator>
  <cp:lastModifiedBy>HL</cp:lastModifiedBy>
  <cp:revision>19</cp:revision>
  <dcterms:created xsi:type="dcterms:W3CDTF">2025-10-09T14:22:25Z</dcterms:created>
  <dcterms:modified xsi:type="dcterms:W3CDTF">2025-10-10T00:32:34Z</dcterms:modified>
</cp:coreProperties>
</file>